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743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256032" y="1325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BRIEF  ·  2024–2025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" y="169164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Nawa Cahaya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256032" y="2697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Akselerator Hidup untuk Anak Binaan Indonesia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56032" y="3246120"/>
            <a:ext cx="50292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340156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kepercayaan. Satu kesempatan.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6032" y="3730752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 yang pernah mengubah hidup kami 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6032" y="402336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itulah yang ingin kami berikan kepada mereka.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5486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6035040" y="1600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Kasih · Menjaga · Membentuk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35040" y="219456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178040" y="21945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Anak Binaan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0" y="294436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178040" y="29443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Program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35040" y="369417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178040" y="369417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Transparansi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478231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Bogor, Jawa Barat, Indonesia  ·  nawacahaya.org  ·  Donasi Investasi yang Transparan &amp; Berdampak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286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56032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Kenapa ini penting sekarang?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56032" y="1188720"/>
            <a:ext cx="41148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417320"/>
            <a:ext cx="1371600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41732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783080" y="1463040"/>
            <a:ext cx="6583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anak putus sekolah karena masalah ekonomi keluarga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" y="2212848"/>
            <a:ext cx="1371600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221284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83080" y="2258568"/>
            <a:ext cx="6583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yayasan konvensional hanya fokus pada pemenuhan makan harian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56032" y="3008376"/>
            <a:ext cx="1371600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3008376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83080" y="3054096"/>
            <a:ext cx="6583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yang bisa dimonetisasi setelah meninggalkan panti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56032" y="3803904"/>
            <a:ext cx="1371600" cy="56692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" y="3803904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Siklus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83080" y="3849624"/>
            <a:ext cx="6583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kemiskinan terus berulang karena tidak ada sistem pemberdayaan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0" y="1188720"/>
            <a:ext cx="2377440" cy="35661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1188720"/>
            <a:ext cx="237744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56832" y="1325880"/>
            <a:ext cx="22311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Akar Masalah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93408" y="173736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Tidak ada role model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93408" y="216712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Tidak ada skill terukur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93408" y="259689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Donasi tidak produktif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93408" y="302666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Zero transparansi dana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93408" y="345643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Mental ketergantungan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93408" y="388620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Tidak siap berwirausaha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286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56032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3 Pilar Nawa Cahaya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56032" y="1170432"/>
            <a:ext cx="859536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371600"/>
            <a:ext cx="2560320" cy="28346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371600"/>
            <a:ext cx="256032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16152" y="1554480"/>
            <a:ext cx="640080" cy="64008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16152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💚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KASIH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(Mengasihi)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20624" y="27432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Rumah &amp; lingkungan aman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0624" y="309067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Pendidikan Paket C gratis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0624" y="3438144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Bimbingan karakter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0624" y="3785616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 pengganti orang tua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90672" y="1371600"/>
            <a:ext cx="2560320" cy="28346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090672" y="1371600"/>
            <a:ext cx="256032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50792" y="1554480"/>
            <a:ext cx="640080" cy="64008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50792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182112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MENJAGA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(Melindungi)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255264" y="27432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training terstruktur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55264" y="309067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Mentoring 1-on-1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55264" y="3438144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Sertifikasi kompetensi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55264" y="3785616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Jaringan alumni &amp; kerja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25312" y="1371600"/>
            <a:ext cx="2560320" cy="283464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25312" y="1371600"/>
            <a:ext cx="256032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1554480"/>
            <a:ext cx="640080" cy="64008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85432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016752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MEMBENTUK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(Memandirikan)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089904" y="27432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Usaha sosial nyata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89904" y="3090672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Pertanian &amp; peternakan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89904" y="3438144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CEO program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089904" y="3785616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usaha pertama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6032" y="4389120"/>
            <a:ext cx="8631936" cy="5029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"Kami tidak memberi ikan. Kami memberi alat pancing, mengajarkan cara memancing, dan mendidik cara mengelola kolamnya."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NAWA CAHAYA ADA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56032" y="475488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Lahir dari luka,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dibangun untuk cahaya.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56032" y="1508760"/>
            <a:ext cx="566928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664208"/>
            <a:ext cx="1463040" cy="5029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66420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3 SMP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74520" y="171907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 tua bercerai. Kehilangan fondasi keluarga.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" y="2322576"/>
            <a:ext cx="1463040" cy="5029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2322576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2 SMA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74520" y="23774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Mandiri — kos sendiri, bertahan tanpa dukungan.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56032" y="2980944"/>
            <a:ext cx="1463040" cy="5029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2980944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Dunia kerja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74520" y="3035808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Dibimbing oleh orang-orang yang percaya pada potensi.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56032" y="3639312"/>
            <a:ext cx="1463040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" y="363931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Sekarang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74520" y="369417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Saatnya menjadi dampak bagi anak-anak yang sama.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0" y="457200"/>
            <a:ext cx="2560320" cy="44805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457200"/>
            <a:ext cx="256032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53035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Perjalanan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74980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Nyata.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73952" y="1170432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"Saya tidak respek orang tua karena mereka bukan panutan."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73952" y="1993392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"Tapi di dunia kerja, banyak yang kasih saya kesempatan."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73952" y="2816352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"Kini giliran saya menjadi orang itu — untuk anak-anak yang butuh figur."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73952" y="3639312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"Nawa Cahaya bukan bisnis amal. Ini adalah misi hidup."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BISNIS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56032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Donasi Investasi — Bukan Santunan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56032" y="1097280"/>
            <a:ext cx="859536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280160"/>
            <a:ext cx="2057400" cy="34747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80160"/>
            <a:ext cx="20574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46304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7472" y="214884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 KASIH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" y="249631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2 – 5 Jt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2926080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Bibit · Pupuk · Alat kebun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1 bedeng 100m²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32304" y="1280160"/>
            <a:ext cx="2057400" cy="34747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32304" y="1280160"/>
            <a:ext cx="20574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32304" y="146304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523744" y="214884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 SKILL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23744" y="249631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5 – 20 Jt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542032" y="2926080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Alat skill · Laptop · Mesin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1 skill center modul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08576" y="1280160"/>
            <a:ext cx="2057400" cy="34747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08576" y="1280160"/>
            <a:ext cx="2057400" cy="54864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08576" y="1280160"/>
            <a:ext cx="205740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08576" y="129844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PILIHAN UTAMA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08576" y="164592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700016" y="228600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 USAHA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00016" y="263347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20 – 50 Jt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18304" y="3017520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Lahan 1.000m² · 2 pasang ternak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 mulai operasional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84848" y="1280160"/>
            <a:ext cx="2057400" cy="34747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84848" y="1280160"/>
            <a:ext cx="20574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84848" y="146304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876288" y="214884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 EKSPOR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76288" y="249631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50 Jt+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94576" y="2926080"/>
            <a:ext cx="18470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Ha rempah · Infrastruktur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ROI + bagi hasil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56032" y="4617720"/>
            <a:ext cx="8631936" cy="3657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663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Yayasan 40%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057400" y="4663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Donatur 10%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794760" y="4663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Tenaga Lokal 40%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32120" y="4663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Anak Binaan 3%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269480" y="4663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Manajemen 7%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 AWAL — PER TIM (TEAM UNIT)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56032" y="475488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Mulai dari 1 Tim: 5 Anak Binaan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 m² Lahan  ·  2 Pasang Ternak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56032" y="1325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tim bisa scale-up mandiri. Donatur sponsor 1 tim = 1 unit dampak terukur.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1572768"/>
            <a:ext cx="859536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719072"/>
            <a:ext cx="406908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719072"/>
            <a:ext cx="406908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1051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🏡 Hunian Tim (5 anak)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89504" y="1810512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32.000.000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139696"/>
            <a:ext cx="38770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Kamar 3×6m semi-permanen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 ringan + atap spandek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" y="2743200"/>
            <a:ext cx="406908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" y="2743200"/>
            <a:ext cx="406908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83464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Kebun 1.000 m²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89504" y="283464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20.200.000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3163824"/>
            <a:ext cx="38770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Sereh + jahe + sayur organik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pestisida — all natural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56032" y="3767328"/>
            <a:ext cx="406908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3767328"/>
            <a:ext cx="406908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85876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🐐 2 Pasang Kambing + Ayam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89504" y="385876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22.300.000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4187952"/>
            <a:ext cx="38770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Kambing PE + 20 ayam petelur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kandang + pakan 3 bulan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18888" y="1719072"/>
            <a:ext cx="406908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18888" y="1719072"/>
            <a:ext cx="406908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28616" y="181051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Pendidikan 5 Anak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52360" y="1810512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12.500.000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28616" y="2139696"/>
            <a:ext cx="38770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laptop refurb + modul Paket 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skill awal (jahit/digital)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18888" y="2743200"/>
            <a:ext cx="406908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18888" y="2743200"/>
            <a:ext cx="406908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28616" y="283464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🍽️ Dapur &amp; Operasional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52360" y="2834640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14.500.000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28616" y="3163824"/>
            <a:ext cx="38770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Peralatan lengkap + buffer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biaya makan 3 bulan awal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18888" y="3767328"/>
            <a:ext cx="406908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18888" y="3767328"/>
            <a:ext cx="406908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28616" y="385876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Legal, Digital &amp; Admin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52360" y="385876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14.190.000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928616" y="4187952"/>
            <a:ext cx="38770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Notaris, NPWP, website live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transparan aktif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56032" y="4663440"/>
            <a:ext cx="8631936" cy="32004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468172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1 TIM (5 ANAK BINAAN)  :  Rp 115.690.000  ·  Scale: 4 Tim = Rp 462 Jt → 20 Anak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KEUNGGULAN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56032" y="475488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Transparansi Radikal —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Real-Time, 24 Jam, Terbuka untuk Semua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1508760"/>
            <a:ext cx="859536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691640"/>
            <a:ext cx="2697480" cy="12344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691640"/>
            <a:ext cx="2697480" cy="457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830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18013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Finance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19456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transaksi donasi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 live di website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36392" y="1691640"/>
            <a:ext cx="2697480" cy="12344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36392" y="1691640"/>
            <a:ext cx="2697480" cy="457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7830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94760" y="18013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Dashboard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46120" y="219456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Perkembangan anak,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 per skill, per bulan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16752" y="1691640"/>
            <a:ext cx="2697480" cy="12344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16752" y="1691640"/>
            <a:ext cx="2697480" cy="457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7830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75120" y="18013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Foto/Video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26480" y="219456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mingguan kegiatan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lahan, kelas, anak binaan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6032" y="3108960"/>
            <a:ext cx="2697480" cy="12344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" y="3108960"/>
            <a:ext cx="2697480" cy="457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0040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14400" y="321868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Portal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361188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khusus donatur: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 ROI &amp; progress lahan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36392" y="3108960"/>
            <a:ext cx="2697480" cy="12344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36392" y="3108960"/>
            <a:ext cx="2697480" cy="457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46120" y="320040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794760" y="321868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246120" y="361188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rupiah tercatat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timestamp &amp; bukti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16752" y="3108960"/>
            <a:ext cx="2697480" cy="12344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16752" y="3108960"/>
            <a:ext cx="2697480" cy="457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320040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675120" y="321868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Publik 24/7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126480" y="361188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Siapapun bisa cek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login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56032" y="4681728"/>
            <a:ext cx="8631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nawacahaya.org/transparansi  —  Google Sheets live bisa diakses siapapun kapanpun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56032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Perjalanan 5 Tahun Nawa Cahaya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56032" y="1097280"/>
            <a:ext cx="859536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240280"/>
            <a:ext cx="8138160" cy="457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2057400"/>
            <a:ext cx="457200" cy="45720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" y="13258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0–1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263347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Fondasi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30632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Legal &amp; rekening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344728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Lahan 1.000m²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383133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10–20 anak binaan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421538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Website live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96312" y="2057400"/>
            <a:ext cx="457200" cy="45720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96312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76272" y="13258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84832" y="263347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Operasional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03120" y="30632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Kebun + ternak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103120" y="344728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Kelas Paket 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103120" y="383133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 skill aktif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103120" y="421538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50+ donatur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33672" y="2057400"/>
            <a:ext cx="457200" cy="457200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33672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913632" y="13258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22192" y="263347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Ekspansi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840480" y="30632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4 Ha rempah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40480" y="344728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Ekspor pertama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40480" y="383133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30+ anak binaan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40480" y="421538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CSR masuk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71032" y="2057400"/>
            <a:ext cx="457200" cy="4572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71032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650992" y="13258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59552" y="263347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Mandiri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577840" y="30632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70% self-funded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77840" y="344728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Alumni kerja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77840" y="383133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UMKM binaan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577840" y="421538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Investor naik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708392" y="2057400"/>
            <a:ext cx="457200" cy="457200"/>
          </a:xfrm>
          <a:prstGeom prst="ellipse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08392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388352" y="13258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2028+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296912" y="263347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Replikasi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315200" y="30632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Lokasi ke-2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315200" y="344728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Model franchise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315200" y="383133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100+ anak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315200" y="421538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Nasional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TO ACTION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56032" y="47548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Kami butuh Partner,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bukan sekadar Donatur.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56032" y="1417320"/>
            <a:ext cx="859536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600200"/>
            <a:ext cx="4160520" cy="12984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600200"/>
            <a:ext cx="416052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691640"/>
            <a:ext cx="594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60704" y="17373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Donasi Investasi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0704" y="2167128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150 Jt untuk mulai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0–1 penuh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26864" y="1600200"/>
            <a:ext cx="4160520" cy="12984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26864" y="1600200"/>
            <a:ext cx="416052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64024" y="1691640"/>
            <a:ext cx="594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431536" y="17373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Partnership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31536" y="2167128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CSR terukur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laporan dampak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6032" y="3081528"/>
            <a:ext cx="4160520" cy="1298448"/>
          </a:xfrm>
          <a:prstGeom prst="rect">
            <a:avLst/>
          </a:prstGeom>
          <a:solidFill>
            <a:srgbClr val="1A5E20"/>
          </a:solidFill>
          <a:ln w="12700">
            <a:solidFill>
              <a:srgbClr val="1A5E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3081528"/>
            <a:ext cx="416052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" y="3172968"/>
            <a:ext cx="594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👷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060704" y="32186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&amp; Mentor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60704" y="3648456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Bagikan skill &amp; waktu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anak binaan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26864" y="3081528"/>
            <a:ext cx="4160520" cy="1298448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26864" y="3081528"/>
            <a:ext cx="416052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64024" y="3172968"/>
            <a:ext cx="594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431536" y="32186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the Mission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31536" y="3648456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ke jaringan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&amp; filantropi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56032" y="4553712"/>
            <a:ext cx="8631936" cy="41148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59028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Hubungi kami sekarang untuk pertemuan awal  ·  nawacahaya@gmail.com  ·  +62 xxx-xxxx-xxxx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0848" y="0"/>
            <a:ext cx="73152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2743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Nawa Cahaya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Cahaya. Seribu Harapan.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28800" y="3127248"/>
            <a:ext cx="54864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2918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"Tanamkan modal bukan hanya di rekening, tapi di generasi."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nawacahaya.org  ·  Transparansi 24/7  ·  Donasi Investasi yang Berdampak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Kasih · Menjaga · Membentuk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Nawa Cahaya — Investor Pitch</dc:title>
  <dc:subject>PptxGenJS Presentation</dc:subject>
  <dc:creator>PptxGenJS</dc:creator>
  <cp:lastModifiedBy>PptxGenJS</cp:lastModifiedBy>
  <cp:revision>1</cp:revision>
  <dcterms:created xsi:type="dcterms:W3CDTF">2026-03-17T03:13:40Z</dcterms:created>
  <dcterms:modified xsi:type="dcterms:W3CDTF">2026-03-17T03:13:40Z</dcterms:modified>
</cp:coreProperties>
</file>